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sldIdLst>
    <p:sldId id="290" r:id="rId2"/>
    <p:sldId id="257" r:id="rId3"/>
    <p:sldId id="348" r:id="rId4"/>
    <p:sldId id="347" r:id="rId5"/>
  </p:sldIdLst>
  <p:sldSz cx="24384000" cy="13716000"/>
  <p:notesSz cx="6858000" cy="9144000"/>
  <p:embeddedFontLst>
    <p:embeddedFont>
      <p:font typeface="OCRB" panose="020B0609020202020204" pitchFamily="49" charset="0"/>
      <p:regular r:id="rId7"/>
    </p:embeddedFont>
    <p:embeddedFont>
      <p:font typeface="Open Sans" pitchFamily="2" charset="0"/>
      <p:regular r:id="rId8"/>
      <p:bold r:id="rId9"/>
      <p:italic r:id="rId10"/>
      <p:boldItalic r:id="rId11"/>
    </p:embeddedFont>
    <p:embeddedFont>
      <p:font typeface="Open Sans ExtraBold" pitchFamily="2" charset="0"/>
      <p:bold r:id="rId12"/>
      <p:italic r:id="rId13"/>
      <p:boldItalic r:id="rId14"/>
    </p:embeddedFont>
    <p:embeddedFont>
      <p:font typeface="Open Sans Light" pitchFamily="2" charset="0"/>
      <p:regular r:id="rId15"/>
      <p:italic r:id="rId16"/>
    </p:embeddedFont>
    <p:embeddedFont>
      <p:font typeface="Open Sans Semibold" pitchFamily="2" charset="0"/>
      <p:bold r:id="rId17"/>
      <p:boldItalic r:id="rId18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Untitled Section" id="{683F06D6-14D3-438E-A5D8-9B6DF270597F}">
          <p14:sldIdLst>
            <p14:sldId id="290"/>
            <p14:sldId id="257"/>
            <p14:sldId id="348"/>
            <p14:sldId id="3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F352D7-89A6-33E7-A568-C1668722640C}" v="11" dt="2025-12-17T14:49:26.99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0" d="100"/>
          <a:sy n="30" d="100"/>
        </p:scale>
        <p:origin x="884" y="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microsoft.com/office/2016/11/relationships/changesInfo" Target="changesInfos/changesInfo1.xml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ERIES" userId="S::anderies@binus.ac.id::85fb842f-bbe6-454f-aab8-e53c5f4e2b38" providerId="AD" clId="Web-{637A79AD-95EE-F100-AF8E-2EB3DB79AE96}"/>
    <pc:docChg chg="modSld">
      <pc:chgData name="ANDERIES" userId="S::anderies@binus.ac.id::85fb842f-bbe6-454f-aab8-e53c5f4e2b38" providerId="AD" clId="Web-{637A79AD-95EE-F100-AF8E-2EB3DB79AE96}" dt="2025-11-27T05:15:48.712" v="47" actId="1076"/>
      <pc:docMkLst>
        <pc:docMk/>
      </pc:docMkLst>
      <pc:sldChg chg="modSp">
        <pc:chgData name="ANDERIES" userId="S::anderies@binus.ac.id::85fb842f-bbe6-454f-aab8-e53c5f4e2b38" providerId="AD" clId="Web-{637A79AD-95EE-F100-AF8E-2EB3DB79AE96}" dt="2025-11-27T05:15:45.931" v="46" actId="1076"/>
        <pc:sldMkLst>
          <pc:docMk/>
          <pc:sldMk cId="313751831" sldId="314"/>
        </pc:sldMkLst>
        <pc:picChg chg="mod">
          <ac:chgData name="ANDERIES" userId="S::anderies@binus.ac.id::85fb842f-bbe6-454f-aab8-e53c5f4e2b38" providerId="AD" clId="Web-{637A79AD-95EE-F100-AF8E-2EB3DB79AE96}" dt="2025-11-27T05:15:45.931" v="46" actId="1076"/>
          <ac:picMkLst>
            <pc:docMk/>
            <pc:sldMk cId="313751831" sldId="314"/>
            <ac:picMk id="12" creationId="{B0A4D5DC-44F9-7827-E765-14AA62F6B9A2}"/>
          </ac:picMkLst>
        </pc:picChg>
      </pc:sldChg>
      <pc:sldChg chg="modSp">
        <pc:chgData name="ANDERIES" userId="S::anderies@binus.ac.id::85fb842f-bbe6-454f-aab8-e53c5f4e2b38" providerId="AD" clId="Web-{637A79AD-95EE-F100-AF8E-2EB3DB79AE96}" dt="2025-11-27T05:15:20.603" v="43" actId="20577"/>
        <pc:sldMkLst>
          <pc:docMk/>
          <pc:sldMk cId="3644186103" sldId="321"/>
        </pc:sldMkLst>
        <pc:spChg chg="mod">
          <ac:chgData name="ANDERIES" userId="S::anderies@binus.ac.id::85fb842f-bbe6-454f-aab8-e53c5f4e2b38" providerId="AD" clId="Web-{637A79AD-95EE-F100-AF8E-2EB3DB79AE96}" dt="2025-11-27T05:15:20.603" v="43" actId="20577"/>
          <ac:spMkLst>
            <pc:docMk/>
            <pc:sldMk cId="3644186103" sldId="321"/>
            <ac:spMk id="4" creationId="{14D94CA1-1F80-C468-75AB-F1780E624092}"/>
          </ac:spMkLst>
        </pc:spChg>
      </pc:sldChg>
      <pc:sldChg chg="modSp">
        <pc:chgData name="ANDERIES" userId="S::anderies@binus.ac.id::85fb842f-bbe6-454f-aab8-e53c5f4e2b38" providerId="AD" clId="Web-{637A79AD-95EE-F100-AF8E-2EB3DB79AE96}" dt="2025-11-27T05:15:48.712" v="47" actId="1076"/>
        <pc:sldMkLst>
          <pc:docMk/>
          <pc:sldMk cId="1659005060" sldId="333"/>
        </pc:sldMkLst>
        <pc:picChg chg="mod">
          <ac:chgData name="ANDERIES" userId="S::anderies@binus.ac.id::85fb842f-bbe6-454f-aab8-e53c5f4e2b38" providerId="AD" clId="Web-{637A79AD-95EE-F100-AF8E-2EB3DB79AE96}" dt="2025-11-27T05:15:48.712" v="47" actId="1076"/>
          <ac:picMkLst>
            <pc:docMk/>
            <pc:sldMk cId="1659005060" sldId="333"/>
            <ac:picMk id="6" creationId="{E2568FE2-09F1-2BAA-07A3-0A77985E5838}"/>
          </ac:picMkLst>
        </pc:picChg>
      </pc:sldChg>
    </pc:docChg>
  </pc:docChgLst>
  <pc:docChgLst>
    <pc:chgData name="ANDERIES" userId="S::anderies@binus.ac.id::85fb842f-bbe6-454f-aab8-e53c5f4e2b38" providerId="AD" clId="Web-{26E76D2F-5B2F-3D89-88B6-E4E0D8289BA7}"/>
    <pc:docChg chg="addSld delSld sldOrd modSection">
      <pc:chgData name="ANDERIES" userId="S::anderies@binus.ac.id::85fb842f-bbe6-454f-aab8-e53c5f4e2b38" providerId="AD" clId="Web-{26E76D2F-5B2F-3D89-88B6-E4E0D8289BA7}" dt="2025-11-27T05:24:46.996" v="2"/>
      <pc:docMkLst>
        <pc:docMk/>
      </pc:docMkLst>
      <pc:sldChg chg="add">
        <pc:chgData name="ANDERIES" userId="S::anderies@binus.ac.id::85fb842f-bbe6-454f-aab8-e53c5f4e2b38" providerId="AD" clId="Web-{26E76D2F-5B2F-3D89-88B6-E4E0D8289BA7}" dt="2025-11-27T05:24:45.043" v="0"/>
        <pc:sldMkLst>
          <pc:docMk/>
          <pc:sldMk cId="34087879" sldId="347"/>
        </pc:sldMkLst>
      </pc:sldChg>
    </pc:docChg>
  </pc:docChgLst>
  <pc:docChgLst>
    <pc:chgData name="ANDERIES" userId="S::anderies@binus.ac.id::85fb842f-bbe6-454f-aab8-e53c5f4e2b38" providerId="AD" clId="Web-{F0F352D7-89A6-33E7-A568-C1668722640C}"/>
    <pc:docChg chg="modSld">
      <pc:chgData name="ANDERIES" userId="S::anderies@binus.ac.id::85fb842f-bbe6-454f-aab8-e53c5f4e2b38" providerId="AD" clId="Web-{F0F352D7-89A6-33E7-A568-C1668722640C}" dt="2025-12-17T14:49:26.992" v="9" actId="1076"/>
      <pc:docMkLst>
        <pc:docMk/>
      </pc:docMkLst>
      <pc:sldChg chg="addSp modSp">
        <pc:chgData name="ANDERIES" userId="S::anderies@binus.ac.id::85fb842f-bbe6-454f-aab8-e53c5f4e2b38" providerId="AD" clId="Web-{F0F352D7-89A6-33E7-A568-C1668722640C}" dt="2025-12-17T14:49:26.992" v="9" actId="1076"/>
        <pc:sldMkLst>
          <pc:docMk/>
          <pc:sldMk cId="2049391215" sldId="319"/>
        </pc:sldMkLst>
        <pc:spChg chg="mod">
          <ac:chgData name="ANDERIES" userId="S::anderies@binus.ac.id::85fb842f-bbe6-454f-aab8-e53c5f4e2b38" providerId="AD" clId="Web-{F0F352D7-89A6-33E7-A568-C1668722640C}" dt="2025-12-17T14:49:13.678" v="6" actId="1076"/>
          <ac:spMkLst>
            <pc:docMk/>
            <pc:sldMk cId="2049391215" sldId="319"/>
            <ac:spMk id="4" creationId="{CE82B056-DDEA-A517-4C83-EB77F52D1C1B}"/>
          </ac:spMkLst>
        </pc:spChg>
        <pc:picChg chg="add mod">
          <ac:chgData name="ANDERIES" userId="S::anderies@binus.ac.id::85fb842f-bbe6-454f-aab8-e53c5f4e2b38" providerId="AD" clId="Web-{F0F352D7-89A6-33E7-A568-C1668722640C}" dt="2025-12-17T14:49:26.992" v="9" actId="1076"/>
          <ac:picMkLst>
            <pc:docMk/>
            <pc:sldMk cId="2049391215" sldId="319"/>
            <ac:picMk id="5" creationId="{200DB072-C302-4F5D-FB07-EA97C5DEB3B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Presentation</a:t>
            </a:r>
            <a:r>
              <a:t> </a:t>
            </a:r>
            <a:r>
              <a:rPr lang="en-US"/>
              <a:t>Title</a:t>
            </a:r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/>
              <a:t>SUBJECT MATTER EXPERT</a:t>
            </a:r>
            <a:endParaRPr sz="28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Presentation</a:t>
            </a:r>
            <a:r>
              <a:t> </a:t>
            </a:r>
            <a:r>
              <a:rPr lang="en-ID"/>
              <a:t>Title</a:t>
            </a:r>
            <a:endParaRPr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/>
              <a:t>SUBJECT MATTER EXPERT</a:t>
            </a:r>
            <a:endParaRPr sz="2800" b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/>
              <a:t>UNIVERSITAS</a:t>
            </a:r>
            <a:r>
              <a:rPr sz="2400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</a:t>
            </a:r>
            <a:r>
              <a:rPr lang="en-US"/>
              <a:t>TITLE</a:t>
            </a:r>
            <a:endParaRPr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1342" y="6754848"/>
            <a:ext cx="21971001" cy="1905001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 dirty="0"/>
              <a:t>Session 11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6" y="2574991"/>
            <a:ext cx="21971004" cy="3917819"/>
          </a:xfrm>
        </p:spPr>
        <p:txBody>
          <a:bodyPr>
            <a:normAutofit/>
          </a:bodyPr>
          <a:lstStyle/>
          <a:p>
            <a:r>
              <a:rPr lang="en-US" dirty="0"/>
              <a:t>Authentication using JWT Passport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58192" y="11538583"/>
            <a:ext cx="4212692" cy="745888"/>
          </a:xfrm>
        </p:spPr>
        <p:txBody>
          <a:bodyPr/>
          <a:lstStyle/>
          <a:p>
            <a:r>
              <a:rPr lang="en-ID"/>
              <a:t>D6657 – Anderies, B.Eng., </a:t>
            </a:r>
            <a:r>
              <a:rPr lang="en-ID" err="1"/>
              <a:t>S.Kom</a:t>
            </a:r>
            <a:r>
              <a:rPr lang="en-ID"/>
              <a:t>., </a:t>
            </a:r>
            <a:r>
              <a:rPr lang="en-ID" err="1"/>
              <a:t>M.Kom</a:t>
            </a:r>
            <a:r>
              <a:rPr lang="en-ID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88" y="2105974"/>
            <a:ext cx="14715569" cy="510281"/>
          </a:xfrm>
        </p:spPr>
        <p:txBody>
          <a:bodyPr>
            <a:noAutofit/>
          </a:bodyPr>
          <a:lstStyle/>
          <a:p>
            <a:r>
              <a:rPr lang="en-US"/>
              <a:t>Learning Outcomes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 lIns="50800" tIns="50800" rIns="50800" bIns="50800" anchor="t">
            <a:normAutofit lnSpcReduction="10000"/>
          </a:bodyPr>
          <a:lstStyle/>
          <a:p>
            <a:pPr marL="0" indent="0">
              <a:buNone/>
            </a:pPr>
            <a:r>
              <a:rPr lang="en-ID">
                <a:latin typeface="Open Sans"/>
                <a:ea typeface="Open Sans"/>
                <a:cs typeface="Open Sans"/>
              </a:rPr>
              <a:t>At the end of this session, students will be able to:</a:t>
            </a:r>
          </a:p>
          <a:p>
            <a:r>
              <a:rPr lang="en-ID">
                <a:latin typeface="Open Sans"/>
                <a:ea typeface="Open Sans"/>
                <a:cs typeface="Open Sans"/>
              </a:rPr>
              <a:t>LO1: (C1) student able to explain modern software architecture and design pattern </a:t>
            </a:r>
          </a:p>
          <a:p>
            <a:r>
              <a:rPr lang="en-ID">
                <a:latin typeface="Open Sans"/>
                <a:ea typeface="Open Sans"/>
                <a:cs typeface="Open Sans"/>
              </a:rPr>
              <a:t>LO 2: (C3) student are able to draw and solve software architecture problems with software architecture and design pattern </a:t>
            </a:r>
            <a:endParaRPr lang="en-US"/>
          </a:p>
          <a:p>
            <a:r>
              <a:rPr lang="en-ID">
                <a:latin typeface="Open Sans"/>
                <a:ea typeface="Open Sans"/>
                <a:cs typeface="Open Sans"/>
              </a:rPr>
              <a:t>LO 3: (C4) student able to </a:t>
            </a:r>
            <a:r>
              <a:rPr lang="en-ID" err="1">
                <a:latin typeface="Open Sans"/>
                <a:ea typeface="Open Sans"/>
                <a:cs typeface="Open Sans"/>
              </a:rPr>
              <a:t>analyze</a:t>
            </a:r>
            <a:r>
              <a:rPr lang="en-ID">
                <a:latin typeface="Open Sans"/>
                <a:ea typeface="Open Sans"/>
                <a:cs typeface="Open Sans"/>
              </a:rPr>
              <a:t> modern software architecture and design pattern </a:t>
            </a:r>
            <a:endParaRPr lang="en-US"/>
          </a:p>
          <a:p>
            <a:r>
              <a:rPr lang="en-ID">
                <a:latin typeface="Open Sans"/>
                <a:ea typeface="Open Sans"/>
                <a:cs typeface="Open Sans"/>
              </a:rPr>
              <a:t>LO 4: (C6) student able to create and design back-end API services with effective modern software architecture and design patterns approach using typescript. 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79CB3-7F24-1B41-F9C4-E6615D27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subtopic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89CAC-7A08-6F54-CEEB-43A8B1189C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D3A79-306D-ECB8-084B-32EBBB134805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Authentication</a:t>
            </a:r>
          </a:p>
          <a:p>
            <a:r>
              <a:rPr lang="en-US" dirty="0"/>
              <a:t>JWT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49374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CFDCE-BA7E-168B-9056-33D28CAF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 dirty="0">
                <a:latin typeface="Open Sans Extrabold"/>
                <a:ea typeface="Open Sans Extrabold"/>
                <a:cs typeface="Open Sans Extrabold"/>
              </a:rPr>
              <a:t>References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CE9E62-F330-5AFC-F455-3D0FA7CEA6E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2419081"/>
            <a:ext cx="20057623" cy="10010516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 dirty="0">
                <a:latin typeface="Open Sans"/>
                <a:ea typeface="Open Sans"/>
                <a:cs typeface="Open Sans"/>
              </a:rPr>
              <a:t>M. Richards and N. Ford, </a:t>
            </a:r>
            <a:r>
              <a:rPr lang="en-US" i="1" dirty="0">
                <a:latin typeface="Open Sans"/>
                <a:ea typeface="Open Sans"/>
                <a:cs typeface="Open Sans"/>
              </a:rPr>
              <a:t>Fundamentals of Software Architecture: An Modern Engineering Approach</a:t>
            </a:r>
            <a:r>
              <a:rPr lang="en-US" dirty="0">
                <a:latin typeface="Open Sans"/>
                <a:ea typeface="Open Sans"/>
                <a:cs typeface="Open Sans"/>
              </a:rPr>
              <a:t>. Sebastopol, CA: O’Reilly Media, 2024</a:t>
            </a:r>
            <a:endParaRPr lang="en-US">
              <a:solidFill>
                <a:srgbClr val="5E5E5E"/>
              </a:solidFill>
              <a:latin typeface="Open Sans"/>
              <a:ea typeface="Open Sans"/>
              <a:cs typeface="Open Sans"/>
            </a:endParaRPr>
          </a:p>
          <a:p>
            <a:r>
              <a:rPr lang="en-US" dirty="0">
                <a:latin typeface="Open Sans"/>
                <a:ea typeface="Open Sans"/>
                <a:cs typeface="Open Sans"/>
              </a:rPr>
              <a:t>V. </a:t>
            </a:r>
            <a:r>
              <a:rPr lang="en-US" dirty="0" err="1">
                <a:latin typeface="Open Sans"/>
                <a:ea typeface="Open Sans"/>
                <a:cs typeface="Open Sans"/>
              </a:rPr>
              <a:t>Sarcar</a:t>
            </a:r>
            <a:r>
              <a:rPr lang="en-US" dirty="0">
                <a:latin typeface="Open Sans"/>
                <a:ea typeface="Open Sans"/>
                <a:cs typeface="Open Sans"/>
              </a:rPr>
              <a:t>, </a:t>
            </a:r>
            <a:r>
              <a:rPr lang="en-US" i="1" dirty="0">
                <a:latin typeface="Open Sans"/>
                <a:ea typeface="Open Sans"/>
                <a:cs typeface="Open Sans"/>
              </a:rPr>
              <a:t>Java Design Patterns: A Hands-On Experience with Real-World Examples</a:t>
            </a:r>
            <a:r>
              <a:rPr lang="en-US" dirty="0">
                <a:latin typeface="Open Sans"/>
                <a:ea typeface="Open Sans"/>
                <a:cs typeface="Open Sans"/>
              </a:rPr>
              <a:t>. Berkeley, CA: </a:t>
            </a:r>
            <a:r>
              <a:rPr lang="en-US" dirty="0" err="1">
                <a:latin typeface="Open Sans"/>
                <a:ea typeface="Open Sans"/>
                <a:cs typeface="Open Sans"/>
              </a:rPr>
              <a:t>Apress</a:t>
            </a:r>
            <a:r>
              <a:rPr lang="en-US" dirty="0">
                <a:latin typeface="Open Sans"/>
                <a:ea typeface="Open Sans"/>
                <a:cs typeface="Open Sans"/>
              </a:rPr>
              <a:t>, 2022.</a:t>
            </a:r>
            <a:endParaRPr lang="en-US" dirty="0">
              <a:solidFill>
                <a:srgbClr val="5E5E5E"/>
              </a:solidFill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0878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0</TotalTime>
  <Words>170</Words>
  <Application>Microsoft Office PowerPoint</Application>
  <PresentationFormat>Custom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OCRB</vt:lpstr>
      <vt:lpstr>Open Sans</vt:lpstr>
      <vt:lpstr>Open Sans ExtraBold</vt:lpstr>
      <vt:lpstr>Arial</vt:lpstr>
      <vt:lpstr>Open Sans Light</vt:lpstr>
      <vt:lpstr>Open Sans Semibold</vt:lpstr>
      <vt:lpstr>21_BasicWhite</vt:lpstr>
      <vt:lpstr>Authentication using JWT Passport</vt:lpstr>
      <vt:lpstr>Learning Outcomes</vt:lpstr>
      <vt:lpstr>subtopic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Anderies</cp:lastModifiedBy>
  <cp:revision>36</cp:revision>
  <dcterms:created xsi:type="dcterms:W3CDTF">2023-11-17T02:51:40Z</dcterms:created>
  <dcterms:modified xsi:type="dcterms:W3CDTF">2025-12-23T11:26:26Z</dcterms:modified>
</cp:coreProperties>
</file>